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7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00"/>
    <p:restoredTop sz="93909"/>
  </p:normalViewPr>
  <p:slideViewPr>
    <p:cSldViewPr snapToGrid="0">
      <p:cViewPr>
        <p:scale>
          <a:sx n="100" d="100"/>
          <a:sy n="100" d="100"/>
        </p:scale>
        <p:origin x="504" y="800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A6CB3F-C1B9-0E43-872A-6EC063247FBC}" type="datetimeFigureOut">
              <a:rPr kumimoji="1" lang="ko-KR" altLang="en-US" smtClean="0"/>
              <a:t>2026. 5. 15.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BB5B3E-F613-6E41-AB9B-7E04F72CCDB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46558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BB5B3E-F613-6E41-AB9B-7E04F72CCDBC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51660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053516-5E66-4787-6096-15B1E0EFC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3A81F46-E8B6-9B43-40E6-9B531EF6E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786251-D2BA-C535-3AAE-05C69ACCA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7A5AD-C221-DE49-BF6C-5677E4776ADA}" type="datetimeFigureOut">
              <a:rPr kumimoji="1" lang="ko-KR" altLang="en-US" smtClean="0"/>
              <a:t>2026. 5. 15.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F83D3E-5EF4-C4DC-4C20-B3E2957A5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567834-01BC-D360-1EAD-823AF77DB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109F6-4AA0-5E4C-9409-7F211662639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89298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0DAA0E-3027-13BE-016B-A5E161578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2DDA8D-2973-BDBD-E084-370C65CB8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AD03F7-61C9-1A91-A197-58D30C497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7A5AD-C221-DE49-BF6C-5677E4776ADA}" type="datetimeFigureOut">
              <a:rPr kumimoji="1" lang="ko-KR" altLang="en-US" smtClean="0"/>
              <a:t>2026. 5. 15.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AEFFAA-1ACA-5932-0E55-00483DA68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47559A-E0DE-99CA-98AD-B7A615BA0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109F6-4AA0-5E4C-9409-7F211662639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19397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988A05-D71E-5505-192C-BFE08F74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04296C-480A-29CB-EF1E-3E88A6ED91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D1E39F-0758-063E-B632-7A9247CFF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7A5AD-C221-DE49-BF6C-5677E4776ADA}" type="datetimeFigureOut">
              <a:rPr kumimoji="1" lang="ko-KR" altLang="en-US" smtClean="0"/>
              <a:t>2026. 5. 15.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91E87D-1869-9A1D-987A-9B9331194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753613-F2C6-24F0-8CFD-CDA4F4C1E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109F6-4AA0-5E4C-9409-7F211662639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86964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916B47-BE14-C341-7EB3-61E8A0E65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4E5E53-A942-4007-556B-7E9FA40AF9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33CCE1-CC94-791C-6384-67BECC3AC4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36DF1B1-49C9-B892-ED9C-FAF037D16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7A5AD-C221-DE49-BF6C-5677E4776ADA}" type="datetimeFigureOut">
              <a:rPr kumimoji="1" lang="ko-KR" altLang="en-US" smtClean="0"/>
              <a:t>2026. 5. 15.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D7CCA26-DD37-750F-8D2C-4B03128B9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AEABBA4-C4E7-D673-7CA0-28BBBC036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109F6-4AA0-5E4C-9409-7F211662639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71651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133584-D0B2-2B16-F17D-D7A82F37C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A62E7C-9812-AB05-D139-89E9F55EC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14BA06-C9B0-19F5-55EF-8DE073680C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5E14DD2-EEF9-158B-BEA6-4597ED9CD3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AA9142C-72A5-68C8-8F2D-EFB9B46A31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D142381-A4C1-CE60-0BD2-DE41AE93F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7A5AD-C221-DE49-BF6C-5677E4776ADA}" type="datetimeFigureOut">
              <a:rPr kumimoji="1" lang="ko-KR" altLang="en-US" smtClean="0"/>
              <a:t>2026. 5. 15.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ED4963E-4A69-E04F-0AFD-172A171A4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4128936-4DE3-A3A8-8BDE-EBF6F4A29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109F6-4AA0-5E4C-9409-7F211662639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45543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6E729C-5C08-933A-F15F-145544659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46D14AD-39EA-FF00-645F-6894F8324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7A5AD-C221-DE49-BF6C-5677E4776ADA}" type="datetimeFigureOut">
              <a:rPr kumimoji="1" lang="ko-KR" altLang="en-US" smtClean="0"/>
              <a:t>2026. 5. 15.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24F6307-62DA-47F6-9EA8-B63420989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55B5A80-FFDD-6ECC-0CD4-EB40E2865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109F6-4AA0-5E4C-9409-7F211662639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96186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94F5946-1C0D-D312-8D22-2EDB015D4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7A5AD-C221-DE49-BF6C-5677E4776ADA}" type="datetimeFigureOut">
              <a:rPr kumimoji="1" lang="ko-KR" altLang="en-US" smtClean="0"/>
              <a:t>2026. 5. 15.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D6C21DE-457F-4FA3-FFF1-5AE1F4C3A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27D538-98D3-CB6E-9B15-649B33B62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109F6-4AA0-5E4C-9409-7F211662639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3944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D0A527-F0DB-536A-2C5D-297A34072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6143DD-CB4F-1041-B71B-5A640191D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3B75FB8-EAE7-07A9-5A6A-85B36A4E76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7D80B0-0BC0-91ED-BDF9-8094AB6C2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7A5AD-C221-DE49-BF6C-5677E4776ADA}" type="datetimeFigureOut">
              <a:rPr kumimoji="1" lang="ko-KR" altLang="en-US" smtClean="0"/>
              <a:t>2026. 5. 15.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8B8A4C0-BD86-8C5F-90A8-84471C44C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2ACD977-BA30-4B81-2408-9470DEDE3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109F6-4AA0-5E4C-9409-7F211662639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94651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ADD508-3FAE-3BEF-478B-7C487AC44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28E6CD1-9027-4A4F-80F9-A71AF19D09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1097CA9-C43B-1266-9170-4785EBBDD2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1C8B9CA-96E7-BA36-AFFB-91F66B94F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7A5AD-C221-DE49-BF6C-5677E4776ADA}" type="datetimeFigureOut">
              <a:rPr kumimoji="1" lang="ko-KR" altLang="en-US" smtClean="0"/>
              <a:t>2026. 5. 15.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059016-0B43-53A0-5DD8-9A2A43790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7524000-A8C7-13FD-746B-5ABC2E46C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109F6-4AA0-5E4C-9409-7F211662639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80150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4B981D-4C3A-CF28-ABA4-FB12E5846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356DFE-0893-25F6-1372-C7F5EE1E3D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053024-A717-06EF-269E-B5DF15679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7A5AD-C221-DE49-BF6C-5677E4776ADA}" type="datetimeFigureOut">
              <a:rPr kumimoji="1" lang="ko-KR" altLang="en-US" smtClean="0"/>
              <a:t>2026. 5. 15.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F387BB-ED21-1EC1-C8E8-2AFAA55D8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D56883-DD9B-101F-14E1-B3DA2EC31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109F6-4AA0-5E4C-9409-7F211662639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56603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D3C027B-34EA-231A-8BDC-353FCAD76D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DA8263A-BAD1-BA4E-FE6E-925893AB6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619515-CFD1-EF28-18D6-E34B595FF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7A5AD-C221-DE49-BF6C-5677E4776ADA}" type="datetimeFigureOut">
              <a:rPr kumimoji="1" lang="ko-KR" altLang="en-US" smtClean="0"/>
              <a:t>2026. 5. 15.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8F1A58-33D5-B4A1-1BED-13FA4C75B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541A85-454A-1454-E641-9AFCE1BE5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109F6-4AA0-5E4C-9409-7F211662639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33042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6BB9FB9-B8B7-3BA2-A122-35BC8C9DF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594C6EB-E147-91F7-7BC3-0CBE4715F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6D5B7E-D3D6-AFF5-CE9A-097752626C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07A5AD-C221-DE49-BF6C-5677E4776ADA}" type="datetimeFigureOut">
              <a:rPr kumimoji="1" lang="ko-KR" altLang="en-US" smtClean="0"/>
              <a:t>2026. 5. 15.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0B43AC-0DC4-853A-7822-9CD8E1C442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37DE4D-21BB-667D-859D-40A63B8EBF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3109F6-4AA0-5E4C-9409-7F211662639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55277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9" name="그룹 298">
            <a:extLst>
              <a:ext uri="{FF2B5EF4-FFF2-40B4-BE49-F238E27FC236}">
                <a16:creationId xmlns:a16="http://schemas.microsoft.com/office/drawing/2014/main" id="{683B449D-4EF0-4ABF-5294-7C148FADD611}"/>
              </a:ext>
            </a:extLst>
          </p:cNvPr>
          <p:cNvGrpSpPr/>
          <p:nvPr/>
        </p:nvGrpSpPr>
        <p:grpSpPr>
          <a:xfrm>
            <a:off x="2835082" y="242376"/>
            <a:ext cx="6120004" cy="6373248"/>
            <a:chOff x="5921182" y="378227"/>
            <a:chExt cx="6120004" cy="6373248"/>
          </a:xfrm>
        </p:grpSpPr>
        <p:sp>
          <p:nvSpPr>
            <p:cNvPr id="12" name="모서리가 둥근 직사각형 11">
              <a:extLst>
                <a:ext uri="{FF2B5EF4-FFF2-40B4-BE49-F238E27FC236}">
                  <a16:creationId xmlns:a16="http://schemas.microsoft.com/office/drawing/2014/main" id="{353EDCF7-9C26-1722-B0CB-26A1145AD14E}"/>
                </a:ext>
              </a:extLst>
            </p:cNvPr>
            <p:cNvSpPr/>
            <p:nvPr/>
          </p:nvSpPr>
          <p:spPr>
            <a:xfrm>
              <a:off x="5921186" y="378227"/>
              <a:ext cx="6120000" cy="439529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000">
                <a:latin typeface="Apple SD Gothic Neo" panose="02000300000000000000" pitchFamily="2" charset="-127"/>
                <a:ea typeface="Apple SD Gothic Neo" panose="02000300000000000000" pitchFamily="2" charset="-127"/>
              </a:endParaRPr>
            </a:p>
          </p:txBody>
        </p:sp>
        <p:sp>
          <p:nvSpPr>
            <p:cNvPr id="13" name="모서리가 둥근 직사각형 12">
              <a:extLst>
                <a:ext uri="{FF2B5EF4-FFF2-40B4-BE49-F238E27FC236}">
                  <a16:creationId xmlns:a16="http://schemas.microsoft.com/office/drawing/2014/main" id="{00CD34EC-DDBC-0A50-DDA3-C3C3DC6E9A67}"/>
                </a:ext>
              </a:extLst>
            </p:cNvPr>
            <p:cNvSpPr/>
            <p:nvPr/>
          </p:nvSpPr>
          <p:spPr>
            <a:xfrm>
              <a:off x="5921184" y="4441177"/>
              <a:ext cx="6120000" cy="868102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chemeClr val="accent5">
                  <a:lumMod val="7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000">
                <a:latin typeface="Apple SD Gothic Neo" panose="02000300000000000000" pitchFamily="2" charset="-127"/>
                <a:ea typeface="Apple SD Gothic Neo" panose="02000300000000000000" pitchFamily="2" charset="-127"/>
              </a:endParaRPr>
            </a:p>
          </p:txBody>
        </p:sp>
        <p:sp>
          <p:nvSpPr>
            <p:cNvPr id="14" name="모서리가 둥근 직사각형 13">
              <a:extLst>
                <a:ext uri="{FF2B5EF4-FFF2-40B4-BE49-F238E27FC236}">
                  <a16:creationId xmlns:a16="http://schemas.microsoft.com/office/drawing/2014/main" id="{8163A9E4-A508-B261-0AD6-831F4228F8D7}"/>
                </a:ext>
              </a:extLst>
            </p:cNvPr>
            <p:cNvSpPr/>
            <p:nvPr/>
          </p:nvSpPr>
          <p:spPr>
            <a:xfrm>
              <a:off x="5921183" y="2263804"/>
              <a:ext cx="6120000" cy="2112337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000">
                <a:latin typeface="Apple SD Gothic Neo" panose="02000300000000000000" pitchFamily="2" charset="-127"/>
                <a:ea typeface="Apple SD Gothic Neo" panose="02000300000000000000" pitchFamily="2" charset="-127"/>
              </a:endParaRPr>
            </a:p>
          </p:txBody>
        </p:sp>
        <p:sp>
          <p:nvSpPr>
            <p:cNvPr id="15" name="모서리가 둥근 직사각형 14">
              <a:extLst>
                <a:ext uri="{FF2B5EF4-FFF2-40B4-BE49-F238E27FC236}">
                  <a16:creationId xmlns:a16="http://schemas.microsoft.com/office/drawing/2014/main" id="{89BB126D-409B-DE71-D5EE-5F1768AE0CE3}"/>
                </a:ext>
              </a:extLst>
            </p:cNvPr>
            <p:cNvSpPr/>
            <p:nvPr/>
          </p:nvSpPr>
          <p:spPr>
            <a:xfrm>
              <a:off x="5921183" y="882792"/>
              <a:ext cx="6120000" cy="1315976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000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       </a:t>
              </a:r>
            </a:p>
          </p:txBody>
        </p:sp>
        <p:sp>
          <p:nvSpPr>
            <p:cNvPr id="16" name="모서리가 둥근 직사각형 15">
              <a:extLst>
                <a:ext uri="{FF2B5EF4-FFF2-40B4-BE49-F238E27FC236}">
                  <a16:creationId xmlns:a16="http://schemas.microsoft.com/office/drawing/2014/main" id="{8389835B-B65A-D819-7BBB-1F3525ADEF36}"/>
                </a:ext>
              </a:extLst>
            </p:cNvPr>
            <p:cNvSpPr/>
            <p:nvPr/>
          </p:nvSpPr>
          <p:spPr>
            <a:xfrm>
              <a:off x="5921183" y="5408204"/>
              <a:ext cx="6120000" cy="586263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chemeClr val="accent5">
                  <a:lumMod val="50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000" dirty="0">
                <a:latin typeface="Apple SD Gothic Neo" panose="02000300000000000000" pitchFamily="2" charset="-127"/>
                <a:ea typeface="Apple SD Gothic Neo" panose="02000300000000000000" pitchFamily="2" charset="-127"/>
              </a:endParaRPr>
            </a:p>
          </p:txBody>
        </p:sp>
        <p:sp>
          <p:nvSpPr>
            <p:cNvPr id="17" name="모서리가 둥근 직사각형 16">
              <a:extLst>
                <a:ext uri="{FF2B5EF4-FFF2-40B4-BE49-F238E27FC236}">
                  <a16:creationId xmlns:a16="http://schemas.microsoft.com/office/drawing/2014/main" id="{5C7577F0-9216-B1D4-D34C-B3A8862C2796}"/>
                </a:ext>
              </a:extLst>
            </p:cNvPr>
            <p:cNvSpPr/>
            <p:nvPr/>
          </p:nvSpPr>
          <p:spPr>
            <a:xfrm>
              <a:off x="5921183" y="6180538"/>
              <a:ext cx="6120000" cy="570937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chemeClr val="accent6">
                  <a:lumMod val="60000"/>
                  <a:lumOff val="40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000">
                <a:latin typeface="Apple SD Gothic Neo" panose="02000300000000000000" pitchFamily="2" charset="-127"/>
                <a:ea typeface="Apple SD Gothic Neo" panose="02000300000000000000" pitchFamily="2" charset="-127"/>
              </a:endParaRPr>
            </a:p>
          </p:txBody>
        </p:sp>
        <p:sp>
          <p:nvSpPr>
            <p:cNvPr id="24" name="모서리가 둥근 직사각형 23">
              <a:extLst>
                <a:ext uri="{FF2B5EF4-FFF2-40B4-BE49-F238E27FC236}">
                  <a16:creationId xmlns:a16="http://schemas.microsoft.com/office/drawing/2014/main" id="{AC22DF52-0C86-5AD0-CED9-CBF9DED4EE3B}"/>
                </a:ext>
              </a:extLst>
            </p:cNvPr>
            <p:cNvSpPr/>
            <p:nvPr/>
          </p:nvSpPr>
          <p:spPr>
            <a:xfrm>
              <a:off x="7368528" y="443061"/>
              <a:ext cx="1980000" cy="324000"/>
            </a:xfrm>
            <a:prstGeom prst="roundRect">
              <a:avLst/>
            </a:prstGeom>
            <a:noFill/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000" dirty="0">
                  <a:solidFill>
                    <a:schemeClr val="tx1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Natural language Question</a:t>
              </a:r>
            </a:p>
          </p:txBody>
        </p:sp>
        <p:sp>
          <p:nvSpPr>
            <p:cNvPr id="25" name="모서리가 둥근 직사각형 24">
              <a:extLst>
                <a:ext uri="{FF2B5EF4-FFF2-40B4-BE49-F238E27FC236}">
                  <a16:creationId xmlns:a16="http://schemas.microsoft.com/office/drawing/2014/main" id="{4FF10F3B-6B28-41FE-5D47-0E468970EC7B}"/>
                </a:ext>
              </a:extLst>
            </p:cNvPr>
            <p:cNvSpPr/>
            <p:nvPr/>
          </p:nvSpPr>
          <p:spPr>
            <a:xfrm>
              <a:off x="9723723" y="452613"/>
              <a:ext cx="1980000" cy="324000"/>
            </a:xfrm>
            <a:prstGeom prst="roundRect">
              <a:avLst/>
            </a:prstGeom>
            <a:noFill/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000" dirty="0">
                  <a:solidFill>
                    <a:schemeClr val="tx1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Upload document image</a:t>
              </a:r>
            </a:p>
          </p:txBody>
        </p:sp>
        <p:sp>
          <p:nvSpPr>
            <p:cNvPr id="27" name="모서리가 둥근 직사각형 26">
              <a:extLst>
                <a:ext uri="{FF2B5EF4-FFF2-40B4-BE49-F238E27FC236}">
                  <a16:creationId xmlns:a16="http://schemas.microsoft.com/office/drawing/2014/main" id="{24BD593B-D701-F3FB-158E-4C167E849975}"/>
                </a:ext>
              </a:extLst>
            </p:cNvPr>
            <p:cNvSpPr/>
            <p:nvPr/>
          </p:nvSpPr>
          <p:spPr>
            <a:xfrm>
              <a:off x="7368528" y="1593441"/>
              <a:ext cx="1980000" cy="463843"/>
            </a:xfrm>
            <a:prstGeom prst="roundRect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000" dirty="0">
                  <a:solidFill>
                    <a:schemeClr val="tx1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Router Agent</a:t>
              </a:r>
            </a:p>
            <a:p>
              <a:pPr algn="ctr"/>
              <a:r>
                <a:rPr kumimoji="1" lang="en-US" altLang="ko-KR" sz="700" dirty="0">
                  <a:solidFill>
                    <a:schemeClr val="tx1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Intent classification/</a:t>
              </a:r>
            </a:p>
            <a:p>
              <a:pPr algn="ctr"/>
              <a:r>
                <a:rPr kumimoji="1" lang="en-US" altLang="ko-KR" sz="700" dirty="0">
                  <a:solidFill>
                    <a:schemeClr val="tx1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 Domain determination</a:t>
              </a:r>
            </a:p>
          </p:txBody>
        </p:sp>
        <p:sp>
          <p:nvSpPr>
            <p:cNvPr id="28" name="모서리가 둥근 직사각형 27">
              <a:extLst>
                <a:ext uri="{FF2B5EF4-FFF2-40B4-BE49-F238E27FC236}">
                  <a16:creationId xmlns:a16="http://schemas.microsoft.com/office/drawing/2014/main" id="{17EC6B82-6DBB-F7C9-4D9E-FFBE4D546F3F}"/>
                </a:ext>
              </a:extLst>
            </p:cNvPr>
            <p:cNvSpPr/>
            <p:nvPr/>
          </p:nvSpPr>
          <p:spPr>
            <a:xfrm>
              <a:off x="9723723" y="921289"/>
              <a:ext cx="1980000" cy="288000"/>
            </a:xfrm>
            <a:prstGeom prst="roundRect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000" dirty="0">
                  <a:solidFill>
                    <a:schemeClr val="tx1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Managing Conversation Contexts</a:t>
              </a:r>
            </a:p>
          </p:txBody>
        </p:sp>
        <p:sp>
          <p:nvSpPr>
            <p:cNvPr id="29" name="모서리가 둥근 직사각형 28">
              <a:extLst>
                <a:ext uri="{FF2B5EF4-FFF2-40B4-BE49-F238E27FC236}">
                  <a16:creationId xmlns:a16="http://schemas.microsoft.com/office/drawing/2014/main" id="{15D60835-FA73-A48B-058F-44C663BB3463}"/>
                </a:ext>
              </a:extLst>
            </p:cNvPr>
            <p:cNvSpPr/>
            <p:nvPr/>
          </p:nvSpPr>
          <p:spPr>
            <a:xfrm>
              <a:off x="9723723" y="1560215"/>
              <a:ext cx="1980000" cy="288000"/>
            </a:xfrm>
            <a:prstGeom prst="roundRect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000" dirty="0">
                  <a:solidFill>
                    <a:schemeClr val="tx1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Checking subscription status</a:t>
              </a:r>
            </a:p>
          </p:txBody>
        </p:sp>
        <p:sp>
          <p:nvSpPr>
            <p:cNvPr id="30" name="모서리가 둥근 직사각형 29">
              <a:extLst>
                <a:ext uri="{FF2B5EF4-FFF2-40B4-BE49-F238E27FC236}">
                  <a16:creationId xmlns:a16="http://schemas.microsoft.com/office/drawing/2014/main" id="{84F85104-2D34-CA9D-06F5-5D7643E1B3D7}"/>
                </a:ext>
              </a:extLst>
            </p:cNvPr>
            <p:cNvSpPr/>
            <p:nvPr/>
          </p:nvSpPr>
          <p:spPr>
            <a:xfrm>
              <a:off x="9723723" y="1240752"/>
              <a:ext cx="1980000" cy="288000"/>
            </a:xfrm>
            <a:prstGeom prst="roundRect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000" dirty="0">
                  <a:solidFill>
                    <a:schemeClr val="tx1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Identifying questions</a:t>
              </a:r>
            </a:p>
          </p:txBody>
        </p:sp>
        <p:sp>
          <p:nvSpPr>
            <p:cNvPr id="31" name="모서리가 둥근 직사각형 30">
              <a:extLst>
                <a:ext uri="{FF2B5EF4-FFF2-40B4-BE49-F238E27FC236}">
                  <a16:creationId xmlns:a16="http://schemas.microsoft.com/office/drawing/2014/main" id="{02BDB68A-FF6D-DFBB-D475-0C2F4BC834C1}"/>
                </a:ext>
              </a:extLst>
            </p:cNvPr>
            <p:cNvSpPr/>
            <p:nvPr/>
          </p:nvSpPr>
          <p:spPr>
            <a:xfrm>
              <a:off x="9723723" y="1879678"/>
              <a:ext cx="1980000" cy="288000"/>
            </a:xfrm>
            <a:prstGeom prst="roundRect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000" dirty="0">
                  <a:solidFill>
                    <a:schemeClr val="tx1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Organizing documents</a:t>
              </a:r>
            </a:p>
          </p:txBody>
        </p:sp>
        <p:sp>
          <p:nvSpPr>
            <p:cNvPr id="32" name="모서리가 둥근 직사각형 31">
              <a:extLst>
                <a:ext uri="{FF2B5EF4-FFF2-40B4-BE49-F238E27FC236}">
                  <a16:creationId xmlns:a16="http://schemas.microsoft.com/office/drawing/2014/main" id="{756A1FB7-31D7-E170-7274-6ECA2EAFC32A}"/>
                </a:ext>
              </a:extLst>
            </p:cNvPr>
            <p:cNvSpPr/>
            <p:nvPr/>
          </p:nvSpPr>
          <p:spPr>
            <a:xfrm>
              <a:off x="7997838" y="2491279"/>
              <a:ext cx="1544335" cy="288000"/>
            </a:xfrm>
            <a:prstGeom prst="round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000" dirty="0">
                  <a:solidFill>
                    <a:schemeClr val="tx1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Customer Agent</a:t>
              </a:r>
            </a:p>
          </p:txBody>
        </p:sp>
        <p:sp>
          <p:nvSpPr>
            <p:cNvPr id="33" name="모서리가 둥근 직사각형 32">
              <a:extLst>
                <a:ext uri="{FF2B5EF4-FFF2-40B4-BE49-F238E27FC236}">
                  <a16:creationId xmlns:a16="http://schemas.microsoft.com/office/drawing/2014/main" id="{9563CA03-9F22-9A41-343F-E7E685031D64}"/>
                </a:ext>
              </a:extLst>
            </p:cNvPr>
            <p:cNvSpPr/>
            <p:nvPr/>
          </p:nvSpPr>
          <p:spPr>
            <a:xfrm>
              <a:off x="10353661" y="2495244"/>
              <a:ext cx="1544335" cy="288000"/>
            </a:xfrm>
            <a:prstGeom prst="round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000" dirty="0">
                  <a:solidFill>
                    <a:schemeClr val="tx1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Product Matching Agent</a:t>
              </a:r>
            </a:p>
          </p:txBody>
        </p:sp>
        <p:sp>
          <p:nvSpPr>
            <p:cNvPr id="35" name="모서리가 둥근 직사각형 34">
              <a:extLst>
                <a:ext uri="{FF2B5EF4-FFF2-40B4-BE49-F238E27FC236}">
                  <a16:creationId xmlns:a16="http://schemas.microsoft.com/office/drawing/2014/main" id="{A21C7555-9533-02EF-5948-2A9F59781C4C}"/>
                </a:ext>
              </a:extLst>
            </p:cNvPr>
            <p:cNvSpPr/>
            <p:nvPr/>
          </p:nvSpPr>
          <p:spPr>
            <a:xfrm>
              <a:off x="7997838" y="3072209"/>
              <a:ext cx="1544335" cy="288000"/>
            </a:xfrm>
            <a:prstGeom prst="round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000" dirty="0">
                  <a:solidFill>
                    <a:schemeClr val="tx1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Rag Agent</a:t>
              </a:r>
            </a:p>
          </p:txBody>
        </p:sp>
        <p:sp>
          <p:nvSpPr>
            <p:cNvPr id="36" name="모서리가 둥근 직사각형 35">
              <a:extLst>
                <a:ext uri="{FF2B5EF4-FFF2-40B4-BE49-F238E27FC236}">
                  <a16:creationId xmlns:a16="http://schemas.microsoft.com/office/drawing/2014/main" id="{FC5497CD-288A-0DF3-1F3E-C93ACABF4C81}"/>
                </a:ext>
              </a:extLst>
            </p:cNvPr>
            <p:cNvSpPr/>
            <p:nvPr/>
          </p:nvSpPr>
          <p:spPr>
            <a:xfrm>
              <a:off x="10348697" y="3069071"/>
              <a:ext cx="1544335" cy="288000"/>
            </a:xfrm>
            <a:prstGeom prst="round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000" dirty="0">
                  <a:solidFill>
                    <a:schemeClr val="tx1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Claim Agent</a:t>
              </a:r>
            </a:p>
          </p:txBody>
        </p:sp>
        <p:sp>
          <p:nvSpPr>
            <p:cNvPr id="37" name="모서리가 둥근 직사각형 36">
              <a:extLst>
                <a:ext uri="{FF2B5EF4-FFF2-40B4-BE49-F238E27FC236}">
                  <a16:creationId xmlns:a16="http://schemas.microsoft.com/office/drawing/2014/main" id="{E1AF91A9-6BE1-7683-DE56-7A0B3EBBC65B}"/>
                </a:ext>
              </a:extLst>
            </p:cNvPr>
            <p:cNvSpPr/>
            <p:nvPr/>
          </p:nvSpPr>
          <p:spPr>
            <a:xfrm>
              <a:off x="7997838" y="3432353"/>
              <a:ext cx="1544335" cy="288000"/>
            </a:xfrm>
            <a:prstGeom prst="round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000" dirty="0">
                  <a:solidFill>
                    <a:schemeClr val="tx1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Evidence Manager</a:t>
              </a:r>
            </a:p>
          </p:txBody>
        </p:sp>
        <p:sp>
          <p:nvSpPr>
            <p:cNvPr id="38" name="모서리가 둥근 직사각형 37">
              <a:extLst>
                <a:ext uri="{FF2B5EF4-FFF2-40B4-BE49-F238E27FC236}">
                  <a16:creationId xmlns:a16="http://schemas.microsoft.com/office/drawing/2014/main" id="{DD659E86-5FF5-9C38-1CDC-970CAC61ADF9}"/>
                </a:ext>
              </a:extLst>
            </p:cNvPr>
            <p:cNvSpPr/>
            <p:nvPr/>
          </p:nvSpPr>
          <p:spPr>
            <a:xfrm>
              <a:off x="10348697" y="3431605"/>
              <a:ext cx="1544335" cy="288000"/>
            </a:xfrm>
            <a:prstGeom prst="round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000" dirty="0">
                  <a:solidFill>
                    <a:schemeClr val="tx1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Claim Decision Support Agent</a:t>
              </a:r>
            </a:p>
          </p:txBody>
        </p:sp>
        <p:sp>
          <p:nvSpPr>
            <p:cNvPr id="39" name="모서리가 둥근 직사각형 38">
              <a:extLst>
                <a:ext uri="{FF2B5EF4-FFF2-40B4-BE49-F238E27FC236}">
                  <a16:creationId xmlns:a16="http://schemas.microsoft.com/office/drawing/2014/main" id="{9FFF4CC2-5D2B-EB76-AD40-FE0D00F6F9AA}"/>
                </a:ext>
              </a:extLst>
            </p:cNvPr>
            <p:cNvSpPr/>
            <p:nvPr/>
          </p:nvSpPr>
          <p:spPr>
            <a:xfrm>
              <a:off x="9119717" y="3794140"/>
              <a:ext cx="1720609" cy="288000"/>
            </a:xfrm>
            <a:prstGeom prst="round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000" dirty="0">
                  <a:solidFill>
                    <a:schemeClr val="tx1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Complaint Agent</a:t>
              </a:r>
            </a:p>
          </p:txBody>
        </p:sp>
        <p:sp>
          <p:nvSpPr>
            <p:cNvPr id="40" name="모서리가 둥근 직사각형 39">
              <a:extLst>
                <a:ext uri="{FF2B5EF4-FFF2-40B4-BE49-F238E27FC236}">
                  <a16:creationId xmlns:a16="http://schemas.microsoft.com/office/drawing/2014/main" id="{4B101AA8-F316-28CC-A86A-4808737D100A}"/>
                </a:ext>
              </a:extLst>
            </p:cNvPr>
            <p:cNvSpPr/>
            <p:nvPr/>
          </p:nvSpPr>
          <p:spPr>
            <a:xfrm>
              <a:off x="7088161" y="2320665"/>
              <a:ext cx="589497" cy="1994579"/>
            </a:xfrm>
            <a:prstGeom prst="round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 dirty="0">
                  <a:solidFill>
                    <a:schemeClr val="tx1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Data Source (DB)</a:t>
              </a:r>
            </a:p>
          </p:txBody>
        </p:sp>
        <p:sp>
          <p:nvSpPr>
            <p:cNvPr id="43" name="모서리가 둥근 직사각형 42">
              <a:extLst>
                <a:ext uri="{FF2B5EF4-FFF2-40B4-BE49-F238E27FC236}">
                  <a16:creationId xmlns:a16="http://schemas.microsoft.com/office/drawing/2014/main" id="{34683C53-4820-D456-97FD-E71D1DEA43D5}"/>
                </a:ext>
              </a:extLst>
            </p:cNvPr>
            <p:cNvSpPr/>
            <p:nvPr/>
          </p:nvSpPr>
          <p:spPr>
            <a:xfrm>
              <a:off x="7152124" y="4522605"/>
              <a:ext cx="1427258" cy="729174"/>
            </a:xfrm>
            <a:prstGeom prst="roundRect">
              <a:avLst/>
            </a:prstGeom>
            <a:no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000" dirty="0">
                  <a:solidFill>
                    <a:schemeClr val="tx1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Hallucination/</a:t>
              </a:r>
            </a:p>
            <a:p>
              <a:pPr algn="ctr"/>
              <a:r>
                <a:rPr kumimoji="1" lang="en-US" altLang="ko-KR" sz="1000" dirty="0">
                  <a:solidFill>
                    <a:schemeClr val="tx1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Consistency Checker</a:t>
              </a:r>
            </a:p>
            <a:p>
              <a:pPr algn="ctr"/>
              <a:r>
                <a:rPr kumimoji="1" lang="en-US" altLang="ko-KR" sz="700" dirty="0">
                  <a:solidFill>
                    <a:schemeClr val="tx1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(Alternate with </a:t>
              </a:r>
            </a:p>
            <a:p>
              <a:pPr algn="ctr"/>
              <a:r>
                <a:rPr kumimoji="1" lang="en-US" altLang="ko-KR" sz="700" dirty="0">
                  <a:solidFill>
                    <a:schemeClr val="tx1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rag-based prompt)</a:t>
              </a:r>
            </a:p>
          </p:txBody>
        </p:sp>
        <p:sp>
          <p:nvSpPr>
            <p:cNvPr id="48" name="모서리가 둥근 직사각형 47">
              <a:extLst>
                <a:ext uri="{FF2B5EF4-FFF2-40B4-BE49-F238E27FC236}">
                  <a16:creationId xmlns:a16="http://schemas.microsoft.com/office/drawing/2014/main" id="{5F287CB9-F5F2-1B99-BE83-555133924276}"/>
                </a:ext>
              </a:extLst>
            </p:cNvPr>
            <p:cNvSpPr/>
            <p:nvPr/>
          </p:nvSpPr>
          <p:spPr>
            <a:xfrm>
              <a:off x="7135169" y="5448774"/>
              <a:ext cx="900000" cy="504000"/>
            </a:xfrm>
            <a:prstGeom prst="roundRect">
              <a:avLst/>
            </a:prstGeom>
            <a:noFill/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 dirty="0">
                  <a:solidFill>
                    <a:schemeClr val="tx1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Personalized Counseling Response</a:t>
              </a:r>
            </a:p>
          </p:txBody>
        </p:sp>
        <p:sp>
          <p:nvSpPr>
            <p:cNvPr id="52" name="모서리가 둥근 직사각형 51">
              <a:extLst>
                <a:ext uri="{FF2B5EF4-FFF2-40B4-BE49-F238E27FC236}">
                  <a16:creationId xmlns:a16="http://schemas.microsoft.com/office/drawing/2014/main" id="{DF68A7CA-C2AF-F444-8840-CBE20681E8CC}"/>
                </a:ext>
              </a:extLst>
            </p:cNvPr>
            <p:cNvSpPr/>
            <p:nvPr/>
          </p:nvSpPr>
          <p:spPr>
            <a:xfrm>
              <a:off x="9064101" y="5448774"/>
              <a:ext cx="900000" cy="504000"/>
            </a:xfrm>
            <a:prstGeom prst="roundRect">
              <a:avLst/>
            </a:prstGeom>
            <a:noFill/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000" dirty="0">
                  <a:solidFill>
                    <a:schemeClr val="tx1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Billing Document Guide</a:t>
              </a:r>
            </a:p>
          </p:txBody>
        </p:sp>
        <p:sp>
          <p:nvSpPr>
            <p:cNvPr id="53" name="모서리가 둥근 직사각형 52">
              <a:extLst>
                <a:ext uri="{FF2B5EF4-FFF2-40B4-BE49-F238E27FC236}">
                  <a16:creationId xmlns:a16="http://schemas.microsoft.com/office/drawing/2014/main" id="{C244EEA1-AB89-8750-2396-C3A74C8693A4}"/>
                </a:ext>
              </a:extLst>
            </p:cNvPr>
            <p:cNvSpPr/>
            <p:nvPr/>
          </p:nvSpPr>
          <p:spPr>
            <a:xfrm>
              <a:off x="10028567" y="5448774"/>
              <a:ext cx="900000" cy="504000"/>
            </a:xfrm>
            <a:prstGeom prst="roundRect">
              <a:avLst/>
            </a:prstGeom>
            <a:noFill/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000" dirty="0">
                  <a:solidFill>
                    <a:schemeClr val="tx1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Missing document guide</a:t>
              </a:r>
            </a:p>
          </p:txBody>
        </p:sp>
        <p:sp>
          <p:nvSpPr>
            <p:cNvPr id="54" name="모서리가 둥근 직사각형 53">
              <a:extLst>
                <a:ext uri="{FF2B5EF4-FFF2-40B4-BE49-F238E27FC236}">
                  <a16:creationId xmlns:a16="http://schemas.microsoft.com/office/drawing/2014/main" id="{8C6C81C9-7A16-8E55-A59F-57C97D1687C8}"/>
                </a:ext>
              </a:extLst>
            </p:cNvPr>
            <p:cNvSpPr/>
            <p:nvPr/>
          </p:nvSpPr>
          <p:spPr>
            <a:xfrm>
              <a:off x="8099635" y="5448774"/>
              <a:ext cx="900000" cy="504000"/>
            </a:xfrm>
            <a:prstGeom prst="roundRect">
              <a:avLst/>
            </a:prstGeom>
            <a:noFill/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000" dirty="0">
                  <a:solidFill>
                    <a:schemeClr val="tx1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Coverage Guidance</a:t>
              </a:r>
            </a:p>
          </p:txBody>
        </p:sp>
        <p:sp>
          <p:nvSpPr>
            <p:cNvPr id="55" name="모서리가 둥근 직사각형 54">
              <a:extLst>
                <a:ext uri="{FF2B5EF4-FFF2-40B4-BE49-F238E27FC236}">
                  <a16:creationId xmlns:a16="http://schemas.microsoft.com/office/drawing/2014/main" id="{C71F8248-B358-464D-1FA1-8B474A35B24D}"/>
                </a:ext>
              </a:extLst>
            </p:cNvPr>
            <p:cNvSpPr/>
            <p:nvPr/>
          </p:nvSpPr>
          <p:spPr>
            <a:xfrm>
              <a:off x="10993032" y="5448774"/>
              <a:ext cx="900000" cy="504000"/>
            </a:xfrm>
            <a:prstGeom prst="roundRect">
              <a:avLst/>
            </a:prstGeom>
            <a:noFill/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000" dirty="0">
                  <a:solidFill>
                    <a:schemeClr val="tx1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Contact counselor</a:t>
              </a:r>
            </a:p>
          </p:txBody>
        </p:sp>
        <p:sp>
          <p:nvSpPr>
            <p:cNvPr id="56" name="모서리가 둥근 직사각형 55">
              <a:extLst>
                <a:ext uri="{FF2B5EF4-FFF2-40B4-BE49-F238E27FC236}">
                  <a16:creationId xmlns:a16="http://schemas.microsoft.com/office/drawing/2014/main" id="{90F48D04-FD2E-1913-92CF-09590376638F}"/>
                </a:ext>
              </a:extLst>
            </p:cNvPr>
            <p:cNvSpPr/>
            <p:nvPr/>
          </p:nvSpPr>
          <p:spPr>
            <a:xfrm>
              <a:off x="10469304" y="4522265"/>
              <a:ext cx="1427258" cy="729174"/>
            </a:xfrm>
            <a:prstGeom prst="roundRect">
              <a:avLst/>
            </a:prstGeom>
            <a:no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000" dirty="0">
                  <a:solidFill>
                    <a:schemeClr val="tx1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Human Handoff Agent</a:t>
              </a:r>
            </a:p>
          </p:txBody>
        </p:sp>
        <p:sp>
          <p:nvSpPr>
            <p:cNvPr id="57" name="모서리가 둥근 직사각형 56">
              <a:extLst>
                <a:ext uri="{FF2B5EF4-FFF2-40B4-BE49-F238E27FC236}">
                  <a16:creationId xmlns:a16="http://schemas.microsoft.com/office/drawing/2014/main" id="{384BF25D-7BFB-7C2E-4A0C-2C3027124CCE}"/>
                </a:ext>
              </a:extLst>
            </p:cNvPr>
            <p:cNvSpPr/>
            <p:nvPr/>
          </p:nvSpPr>
          <p:spPr>
            <a:xfrm>
              <a:off x="8810209" y="4522605"/>
              <a:ext cx="1427258" cy="729174"/>
            </a:xfrm>
            <a:prstGeom prst="roundRect">
              <a:avLst/>
            </a:prstGeom>
            <a:no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000" dirty="0">
                  <a:solidFill>
                    <a:schemeClr val="tx1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Policy / Safety</a:t>
              </a:r>
            </a:p>
            <a:p>
              <a:pPr algn="ctr"/>
              <a:r>
                <a:rPr kumimoji="1" lang="en-US" altLang="ko-KR" sz="1000" dirty="0">
                  <a:solidFill>
                    <a:schemeClr val="tx1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Guard Agent</a:t>
              </a:r>
            </a:p>
          </p:txBody>
        </p:sp>
        <p:sp>
          <p:nvSpPr>
            <p:cNvPr id="59" name="모서리가 둥근 직사각형 58">
              <a:extLst>
                <a:ext uri="{FF2B5EF4-FFF2-40B4-BE49-F238E27FC236}">
                  <a16:creationId xmlns:a16="http://schemas.microsoft.com/office/drawing/2014/main" id="{52BBB15E-FABD-843C-1D01-0B368BAAE152}"/>
                </a:ext>
              </a:extLst>
            </p:cNvPr>
            <p:cNvSpPr/>
            <p:nvPr/>
          </p:nvSpPr>
          <p:spPr>
            <a:xfrm>
              <a:off x="6096000" y="6365607"/>
              <a:ext cx="1897791" cy="305794"/>
            </a:xfrm>
            <a:prstGeom prst="roundRect">
              <a:avLst/>
            </a:prstGeom>
            <a:noFill/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000" dirty="0">
                  <a:solidFill>
                    <a:schemeClr val="tx1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Logging / Audit Module</a:t>
              </a:r>
            </a:p>
          </p:txBody>
        </p:sp>
        <p:sp>
          <p:nvSpPr>
            <p:cNvPr id="60" name="모서리가 둥근 직사각형 59">
              <a:extLst>
                <a:ext uri="{FF2B5EF4-FFF2-40B4-BE49-F238E27FC236}">
                  <a16:creationId xmlns:a16="http://schemas.microsoft.com/office/drawing/2014/main" id="{D4DF9A42-C03A-F298-A5D7-67D6AE3BE51A}"/>
                </a:ext>
              </a:extLst>
            </p:cNvPr>
            <p:cNvSpPr/>
            <p:nvPr/>
          </p:nvSpPr>
          <p:spPr>
            <a:xfrm>
              <a:off x="8028314" y="6361375"/>
              <a:ext cx="1897791" cy="305794"/>
            </a:xfrm>
            <a:prstGeom prst="roundRect">
              <a:avLst/>
            </a:prstGeom>
            <a:noFill/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000" dirty="0">
                  <a:solidFill>
                    <a:schemeClr val="tx1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Admin / Reviewer Dashboard</a:t>
              </a:r>
            </a:p>
          </p:txBody>
        </p:sp>
        <p:sp>
          <p:nvSpPr>
            <p:cNvPr id="61" name="모서리가 둥근 직사각형 60">
              <a:extLst>
                <a:ext uri="{FF2B5EF4-FFF2-40B4-BE49-F238E27FC236}">
                  <a16:creationId xmlns:a16="http://schemas.microsoft.com/office/drawing/2014/main" id="{5A6ED2B5-0A28-3507-3B9E-C79DB855533E}"/>
                </a:ext>
              </a:extLst>
            </p:cNvPr>
            <p:cNvSpPr/>
            <p:nvPr/>
          </p:nvSpPr>
          <p:spPr>
            <a:xfrm>
              <a:off x="9960628" y="6361375"/>
              <a:ext cx="1897791" cy="305794"/>
            </a:xfrm>
            <a:prstGeom prst="roundRect">
              <a:avLst/>
            </a:prstGeom>
            <a:noFill/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000" dirty="0">
                  <a:solidFill>
                    <a:schemeClr val="tx1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Knowledge Update Pipeline</a:t>
              </a:r>
            </a:p>
          </p:txBody>
        </p:sp>
        <p:sp>
          <p:nvSpPr>
            <p:cNvPr id="62" name="모서리가 둥근 직사각형 61">
              <a:extLst>
                <a:ext uri="{FF2B5EF4-FFF2-40B4-BE49-F238E27FC236}">
                  <a16:creationId xmlns:a16="http://schemas.microsoft.com/office/drawing/2014/main" id="{40797E97-E2A6-5C03-0AFB-EEAC7E9FA203}"/>
                </a:ext>
              </a:extLst>
            </p:cNvPr>
            <p:cNvSpPr/>
            <p:nvPr/>
          </p:nvSpPr>
          <p:spPr>
            <a:xfrm>
              <a:off x="7372864" y="1056409"/>
              <a:ext cx="1980000" cy="296036"/>
            </a:xfrm>
            <a:prstGeom prst="roundRect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000" dirty="0">
                  <a:solidFill>
                    <a:schemeClr val="tx1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Inadequate expression filter</a:t>
              </a: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EEEF90BB-F994-2141-71E8-62D8AB3976A9}"/>
                </a:ext>
              </a:extLst>
            </p:cNvPr>
            <p:cNvSpPr/>
            <p:nvPr/>
          </p:nvSpPr>
          <p:spPr>
            <a:xfrm>
              <a:off x="5921183" y="378227"/>
              <a:ext cx="1077795" cy="43952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200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User Input</a:t>
              </a:r>
              <a:endParaRPr kumimoji="1" lang="ko-KR" altLang="en-US" sz="1200" dirty="0">
                <a:latin typeface="Apple SD Gothic Neo" panose="02000300000000000000" pitchFamily="2" charset="-127"/>
                <a:ea typeface="Apple SD Gothic Neo" panose="02000300000000000000" pitchFamily="2" charset="-127"/>
              </a:endParaRPr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6F6F937A-7C4A-F3F3-9130-EEB7FB2D0A01}"/>
                </a:ext>
              </a:extLst>
            </p:cNvPr>
            <p:cNvSpPr/>
            <p:nvPr/>
          </p:nvSpPr>
          <p:spPr>
            <a:xfrm>
              <a:off x="5921183" y="882790"/>
              <a:ext cx="1077795" cy="1315975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200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Layer 1</a:t>
              </a:r>
            </a:p>
            <a:p>
              <a:pPr algn="ctr"/>
              <a:endParaRPr kumimoji="1" lang="en-US" altLang="ko-KR" sz="1200" dirty="0">
                <a:latin typeface="Apple SD Gothic Neo" panose="02000300000000000000" pitchFamily="2" charset="-127"/>
                <a:ea typeface="Apple SD Gothic Neo" panose="02000300000000000000" pitchFamily="2" charset="-127"/>
              </a:endParaRPr>
            </a:p>
            <a:p>
              <a:pPr algn="ctr"/>
              <a:r>
                <a:rPr kumimoji="1" lang="en-US" altLang="ko-KR" sz="1200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Input process and Routing</a:t>
              </a: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D2A73F0A-911D-A136-6C5F-1ECCC34F6B19}"/>
                </a:ext>
              </a:extLst>
            </p:cNvPr>
            <p:cNvSpPr/>
            <p:nvPr/>
          </p:nvSpPr>
          <p:spPr>
            <a:xfrm>
              <a:off x="5921183" y="2263799"/>
              <a:ext cx="1077795" cy="2112337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200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Layer 2</a:t>
              </a:r>
            </a:p>
            <a:p>
              <a:pPr algn="ctr"/>
              <a:endParaRPr kumimoji="1" lang="en-US" altLang="ko-KR" sz="1200" dirty="0">
                <a:latin typeface="Apple SD Gothic Neo" panose="02000300000000000000" pitchFamily="2" charset="-127"/>
                <a:ea typeface="Apple SD Gothic Neo" panose="02000300000000000000" pitchFamily="2" charset="-127"/>
              </a:endParaRPr>
            </a:p>
            <a:p>
              <a:pPr algn="ctr"/>
              <a:r>
                <a:rPr kumimoji="1" lang="en-US" altLang="ko-KR" sz="1200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Running  Agent</a:t>
              </a:r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A3B27D5B-312E-42B2-30E9-DACAA7E7D14F}"/>
                </a:ext>
              </a:extLst>
            </p:cNvPr>
            <p:cNvSpPr/>
            <p:nvPr/>
          </p:nvSpPr>
          <p:spPr>
            <a:xfrm>
              <a:off x="5921182" y="4441167"/>
              <a:ext cx="1077795" cy="868103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200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Layer 3</a:t>
              </a:r>
            </a:p>
            <a:p>
              <a:pPr algn="ctr"/>
              <a:endParaRPr kumimoji="1" lang="en-US" altLang="ko-KR" sz="1200" dirty="0">
                <a:latin typeface="Apple SD Gothic Neo" panose="02000300000000000000" pitchFamily="2" charset="-127"/>
                <a:ea typeface="Apple SD Gothic Neo" panose="02000300000000000000" pitchFamily="2" charset="-127"/>
              </a:endParaRPr>
            </a:p>
            <a:p>
              <a:pPr algn="ctr"/>
              <a:r>
                <a:rPr kumimoji="1" lang="en-US" altLang="ko-KR" sz="1200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Verifying</a:t>
              </a:r>
            </a:p>
            <a:p>
              <a:pPr algn="ctr"/>
              <a:r>
                <a:rPr kumimoji="1" lang="en-US" altLang="ko-KR" sz="1200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Output</a:t>
              </a:r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DC19DBAF-B19B-F716-639D-0B470E291EF9}"/>
                </a:ext>
              </a:extLst>
            </p:cNvPr>
            <p:cNvSpPr/>
            <p:nvPr/>
          </p:nvSpPr>
          <p:spPr>
            <a:xfrm>
              <a:off x="5921182" y="5408184"/>
              <a:ext cx="1077795" cy="586263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400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Final Output</a:t>
              </a:r>
              <a:endParaRPr kumimoji="1" lang="ko-KR" altLang="en-US" sz="1400" dirty="0">
                <a:latin typeface="Apple SD Gothic Neo" panose="02000300000000000000" pitchFamily="2" charset="-127"/>
                <a:ea typeface="Apple SD Gothic Neo" panose="02000300000000000000" pitchFamily="2" charset="-127"/>
              </a:endParaRPr>
            </a:p>
          </p:txBody>
        </p:sp>
        <p:sp>
          <p:nvSpPr>
            <p:cNvPr id="70" name="모서리가 둥근 직사각형 69">
              <a:extLst>
                <a:ext uri="{FF2B5EF4-FFF2-40B4-BE49-F238E27FC236}">
                  <a16:creationId xmlns:a16="http://schemas.microsoft.com/office/drawing/2014/main" id="{231BEB26-E0B4-AD4E-C4F9-53119A367C61}"/>
                </a:ext>
              </a:extLst>
            </p:cNvPr>
            <p:cNvSpPr/>
            <p:nvPr/>
          </p:nvSpPr>
          <p:spPr>
            <a:xfrm>
              <a:off x="8072718" y="6090939"/>
              <a:ext cx="1721933" cy="198826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000" dirty="0">
                  <a:solidFill>
                    <a:schemeClr val="tx1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Backend Infrastructure</a:t>
              </a:r>
              <a:endParaRPr kumimoji="1" lang="ko-KR" altLang="en-US" sz="1000" dirty="0">
                <a:solidFill>
                  <a:schemeClr val="tx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endParaRPr>
            </a:p>
          </p:txBody>
        </p:sp>
        <p:cxnSp>
          <p:nvCxnSpPr>
            <p:cNvPr id="89" name="직선 화살표 연결선 88">
              <a:extLst>
                <a:ext uri="{FF2B5EF4-FFF2-40B4-BE49-F238E27FC236}">
                  <a16:creationId xmlns:a16="http://schemas.microsoft.com/office/drawing/2014/main" id="{D9BFBCFB-FC4A-3138-3DE0-87AFE1DC3DF5}"/>
                </a:ext>
              </a:extLst>
            </p:cNvPr>
            <p:cNvCxnSpPr>
              <a:cxnSpLocks/>
              <a:stCxn id="24" idx="2"/>
              <a:endCxn id="62" idx="0"/>
            </p:cNvCxnSpPr>
            <p:nvPr/>
          </p:nvCxnSpPr>
          <p:spPr>
            <a:xfrm>
              <a:off x="8358528" y="767061"/>
              <a:ext cx="4336" cy="289348"/>
            </a:xfrm>
            <a:prstGeom prst="straightConnector1">
              <a:avLst/>
            </a:prstGeom>
            <a:ln w="9525"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직선 화살표 연결선 90">
              <a:extLst>
                <a:ext uri="{FF2B5EF4-FFF2-40B4-BE49-F238E27FC236}">
                  <a16:creationId xmlns:a16="http://schemas.microsoft.com/office/drawing/2014/main" id="{A2938524-DE0B-0F4E-DA14-FB35DE03B764}"/>
                </a:ext>
              </a:extLst>
            </p:cNvPr>
            <p:cNvCxnSpPr>
              <a:cxnSpLocks/>
              <a:stCxn id="62" idx="2"/>
              <a:endCxn id="27" idx="0"/>
            </p:cNvCxnSpPr>
            <p:nvPr/>
          </p:nvCxnSpPr>
          <p:spPr>
            <a:xfrm flipH="1">
              <a:off x="8358528" y="1352445"/>
              <a:ext cx="4336" cy="240996"/>
            </a:xfrm>
            <a:prstGeom prst="straightConnector1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직선 화살표 연결선 96">
              <a:extLst>
                <a:ext uri="{FF2B5EF4-FFF2-40B4-BE49-F238E27FC236}">
                  <a16:creationId xmlns:a16="http://schemas.microsoft.com/office/drawing/2014/main" id="{1A453865-165C-DEB3-7C95-17BCF1896145}"/>
                </a:ext>
              </a:extLst>
            </p:cNvPr>
            <p:cNvCxnSpPr>
              <a:cxnSpLocks/>
            </p:cNvCxnSpPr>
            <p:nvPr/>
          </p:nvCxnSpPr>
          <p:spPr>
            <a:xfrm>
              <a:off x="9348528" y="1825362"/>
              <a:ext cx="202243" cy="0"/>
            </a:xfrm>
            <a:prstGeom prst="straightConnector1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꺾인 연결선[E] 100">
              <a:extLst>
                <a:ext uri="{FF2B5EF4-FFF2-40B4-BE49-F238E27FC236}">
                  <a16:creationId xmlns:a16="http://schemas.microsoft.com/office/drawing/2014/main" id="{87BFDC47-6FAA-559D-A79C-E9D9C9DCEC59}"/>
                </a:ext>
              </a:extLst>
            </p:cNvPr>
            <p:cNvCxnSpPr>
              <a:cxnSpLocks/>
              <a:stCxn id="28" idx="1"/>
              <a:endCxn id="31" idx="1"/>
            </p:cNvCxnSpPr>
            <p:nvPr/>
          </p:nvCxnSpPr>
          <p:spPr>
            <a:xfrm rot="10800000" flipV="1">
              <a:off x="9723723" y="1065288"/>
              <a:ext cx="12700" cy="958389"/>
            </a:xfrm>
            <a:prstGeom prst="bentConnector3">
              <a:avLst>
                <a:gd name="adj1" fmla="val 1094118"/>
              </a:avLst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꺾인 연결선[E] 103">
              <a:extLst>
                <a:ext uri="{FF2B5EF4-FFF2-40B4-BE49-F238E27FC236}">
                  <a16:creationId xmlns:a16="http://schemas.microsoft.com/office/drawing/2014/main" id="{A076E29C-5C69-088C-1B1F-87D955A536D9}"/>
                </a:ext>
              </a:extLst>
            </p:cNvPr>
            <p:cNvCxnSpPr>
              <a:cxnSpLocks/>
              <a:stCxn id="30" idx="1"/>
              <a:endCxn id="29" idx="1"/>
            </p:cNvCxnSpPr>
            <p:nvPr/>
          </p:nvCxnSpPr>
          <p:spPr>
            <a:xfrm rot="10800000" flipV="1">
              <a:off x="9723723" y="1384751"/>
              <a:ext cx="12700" cy="319463"/>
            </a:xfrm>
            <a:prstGeom prst="bentConnector3">
              <a:avLst>
                <a:gd name="adj1" fmla="val 1094110"/>
              </a:avLst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직선 화살표 연결선 111">
              <a:extLst>
                <a:ext uri="{FF2B5EF4-FFF2-40B4-BE49-F238E27FC236}">
                  <a16:creationId xmlns:a16="http://schemas.microsoft.com/office/drawing/2014/main" id="{7A421EFF-AEB6-E734-C85E-3A8BAB3232E6}"/>
                </a:ext>
              </a:extLst>
            </p:cNvPr>
            <p:cNvCxnSpPr>
              <a:cxnSpLocks/>
              <a:stCxn id="27" idx="2"/>
              <a:endCxn id="32" idx="0"/>
            </p:cNvCxnSpPr>
            <p:nvPr/>
          </p:nvCxnSpPr>
          <p:spPr>
            <a:xfrm>
              <a:off x="8358528" y="2057284"/>
              <a:ext cx="411478" cy="433995"/>
            </a:xfrm>
            <a:prstGeom prst="straightConnector1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직선 화살표 연결선 118">
              <a:extLst>
                <a:ext uri="{FF2B5EF4-FFF2-40B4-BE49-F238E27FC236}">
                  <a16:creationId xmlns:a16="http://schemas.microsoft.com/office/drawing/2014/main" id="{56725254-8753-05CA-E08F-A2AE937DD97A}"/>
                </a:ext>
              </a:extLst>
            </p:cNvPr>
            <p:cNvCxnSpPr>
              <a:cxnSpLocks/>
              <a:stCxn id="32" idx="3"/>
              <a:endCxn id="33" idx="1"/>
            </p:cNvCxnSpPr>
            <p:nvPr/>
          </p:nvCxnSpPr>
          <p:spPr>
            <a:xfrm>
              <a:off x="9542173" y="2635279"/>
              <a:ext cx="811488" cy="3965"/>
            </a:xfrm>
            <a:prstGeom prst="straightConnector1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꺾인 연결선[E] 126">
              <a:extLst>
                <a:ext uri="{FF2B5EF4-FFF2-40B4-BE49-F238E27FC236}">
                  <a16:creationId xmlns:a16="http://schemas.microsoft.com/office/drawing/2014/main" id="{39F77B91-D442-4309-FD2A-BC48023ED10C}"/>
                </a:ext>
              </a:extLst>
            </p:cNvPr>
            <p:cNvCxnSpPr>
              <a:cxnSpLocks/>
              <a:stCxn id="35" idx="0"/>
              <a:endCxn id="36" idx="0"/>
            </p:cNvCxnSpPr>
            <p:nvPr/>
          </p:nvCxnSpPr>
          <p:spPr>
            <a:xfrm rot="5400000" flipH="1" flipV="1">
              <a:off x="9943866" y="1895211"/>
              <a:ext cx="3138" cy="2350859"/>
            </a:xfrm>
            <a:prstGeom prst="bentConnector3">
              <a:avLst>
                <a:gd name="adj1" fmla="val 7384895"/>
              </a:avLst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직선 화살표 연결선 131">
              <a:extLst>
                <a:ext uri="{FF2B5EF4-FFF2-40B4-BE49-F238E27FC236}">
                  <a16:creationId xmlns:a16="http://schemas.microsoft.com/office/drawing/2014/main" id="{F7D5DE03-DD11-E41D-E532-DF4D2FAEB6CB}"/>
                </a:ext>
              </a:extLst>
            </p:cNvPr>
            <p:cNvCxnSpPr>
              <a:cxnSpLocks/>
            </p:cNvCxnSpPr>
            <p:nvPr/>
          </p:nvCxnSpPr>
          <p:spPr>
            <a:xfrm>
              <a:off x="9926105" y="2639244"/>
              <a:ext cx="0" cy="209036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직선 화살표 연결선 134">
              <a:extLst>
                <a:ext uri="{FF2B5EF4-FFF2-40B4-BE49-F238E27FC236}">
                  <a16:creationId xmlns:a16="http://schemas.microsoft.com/office/drawing/2014/main" id="{3A671EA6-317C-9C27-C8BC-F79C1EF90422}"/>
                </a:ext>
              </a:extLst>
            </p:cNvPr>
            <p:cNvCxnSpPr>
              <a:cxnSpLocks/>
            </p:cNvCxnSpPr>
            <p:nvPr/>
          </p:nvCxnSpPr>
          <p:spPr>
            <a:xfrm>
              <a:off x="8770005" y="3370931"/>
              <a:ext cx="0" cy="72000"/>
            </a:xfrm>
            <a:prstGeom prst="straightConnector1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직선 화살표 연결선 142">
              <a:extLst>
                <a:ext uri="{FF2B5EF4-FFF2-40B4-BE49-F238E27FC236}">
                  <a16:creationId xmlns:a16="http://schemas.microsoft.com/office/drawing/2014/main" id="{5BA76137-9439-FFD2-735B-A4222B29853E}"/>
                </a:ext>
              </a:extLst>
            </p:cNvPr>
            <p:cNvCxnSpPr>
              <a:cxnSpLocks/>
            </p:cNvCxnSpPr>
            <p:nvPr/>
          </p:nvCxnSpPr>
          <p:spPr>
            <a:xfrm>
              <a:off x="11120865" y="3357000"/>
              <a:ext cx="0" cy="72000"/>
            </a:xfrm>
            <a:prstGeom prst="straightConnector1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직선 화살표 연결선 146">
              <a:extLst>
                <a:ext uri="{FF2B5EF4-FFF2-40B4-BE49-F238E27FC236}">
                  <a16:creationId xmlns:a16="http://schemas.microsoft.com/office/drawing/2014/main" id="{6C90B8C2-FC83-41D9-273E-D904775EFA07}"/>
                </a:ext>
              </a:extLst>
            </p:cNvPr>
            <p:cNvCxnSpPr>
              <a:cxnSpLocks/>
              <a:stCxn id="35" idx="3"/>
              <a:endCxn id="36" idx="1"/>
            </p:cNvCxnSpPr>
            <p:nvPr/>
          </p:nvCxnSpPr>
          <p:spPr>
            <a:xfrm flipV="1">
              <a:off x="9542173" y="3213071"/>
              <a:ext cx="806524" cy="3138"/>
            </a:xfrm>
            <a:prstGeom prst="straightConnector1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prstDash val="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직선 화살표 연결선 148">
              <a:extLst>
                <a:ext uri="{FF2B5EF4-FFF2-40B4-BE49-F238E27FC236}">
                  <a16:creationId xmlns:a16="http://schemas.microsoft.com/office/drawing/2014/main" id="{C6516E25-ABEA-B8ED-FECC-8EA65097CBD1}"/>
                </a:ext>
              </a:extLst>
            </p:cNvPr>
            <p:cNvCxnSpPr>
              <a:cxnSpLocks/>
              <a:stCxn id="37" idx="3"/>
              <a:endCxn id="38" idx="1"/>
            </p:cNvCxnSpPr>
            <p:nvPr/>
          </p:nvCxnSpPr>
          <p:spPr>
            <a:xfrm flipV="1">
              <a:off x="9542173" y="3575605"/>
              <a:ext cx="806524" cy="748"/>
            </a:xfrm>
            <a:prstGeom prst="straightConnector1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prstDash val="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꺾인 연결선[E] 152">
              <a:extLst>
                <a:ext uri="{FF2B5EF4-FFF2-40B4-BE49-F238E27FC236}">
                  <a16:creationId xmlns:a16="http://schemas.microsoft.com/office/drawing/2014/main" id="{89C88CFD-B129-614C-790E-D90AB992E61D}"/>
                </a:ext>
              </a:extLst>
            </p:cNvPr>
            <p:cNvCxnSpPr>
              <a:cxnSpLocks/>
              <a:stCxn id="37" idx="2"/>
              <a:endCxn id="39" idx="1"/>
            </p:cNvCxnSpPr>
            <p:nvPr/>
          </p:nvCxnSpPr>
          <p:spPr>
            <a:xfrm rot="16200000" flipH="1">
              <a:off x="8835968" y="3654390"/>
              <a:ext cx="217787" cy="349711"/>
            </a:xfrm>
            <a:prstGeom prst="bentConnector2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prstDash val="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꺾인 연결선[E] 154">
              <a:extLst>
                <a:ext uri="{FF2B5EF4-FFF2-40B4-BE49-F238E27FC236}">
                  <a16:creationId xmlns:a16="http://schemas.microsoft.com/office/drawing/2014/main" id="{E122DC28-8074-626B-923E-DBF5548A2D04}"/>
                </a:ext>
              </a:extLst>
            </p:cNvPr>
            <p:cNvCxnSpPr>
              <a:cxnSpLocks/>
              <a:stCxn id="38" idx="2"/>
              <a:endCxn id="39" idx="3"/>
            </p:cNvCxnSpPr>
            <p:nvPr/>
          </p:nvCxnSpPr>
          <p:spPr>
            <a:xfrm rot="5400000">
              <a:off x="10871329" y="3688603"/>
              <a:ext cx="218535" cy="280539"/>
            </a:xfrm>
            <a:prstGeom prst="bentConnector2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prstDash val="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직선 화살표 연결선 162">
              <a:extLst>
                <a:ext uri="{FF2B5EF4-FFF2-40B4-BE49-F238E27FC236}">
                  <a16:creationId xmlns:a16="http://schemas.microsoft.com/office/drawing/2014/main" id="{E0B41F5C-1839-7E32-CE21-2A5507E2952C}"/>
                </a:ext>
              </a:extLst>
            </p:cNvPr>
            <p:cNvCxnSpPr>
              <a:cxnSpLocks/>
              <a:stCxn id="43" idx="3"/>
              <a:endCxn id="57" idx="1"/>
            </p:cNvCxnSpPr>
            <p:nvPr/>
          </p:nvCxnSpPr>
          <p:spPr>
            <a:xfrm>
              <a:off x="8579382" y="4887192"/>
              <a:ext cx="230827" cy="0"/>
            </a:xfrm>
            <a:prstGeom prst="straightConnector1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직선 화살표 연결선 165">
              <a:extLst>
                <a:ext uri="{FF2B5EF4-FFF2-40B4-BE49-F238E27FC236}">
                  <a16:creationId xmlns:a16="http://schemas.microsoft.com/office/drawing/2014/main" id="{8A9B1837-37EE-DBF8-8D3D-580D45D957F0}"/>
                </a:ext>
              </a:extLst>
            </p:cNvPr>
            <p:cNvCxnSpPr>
              <a:cxnSpLocks/>
            </p:cNvCxnSpPr>
            <p:nvPr/>
          </p:nvCxnSpPr>
          <p:spPr>
            <a:xfrm>
              <a:off x="10238477" y="4887192"/>
              <a:ext cx="230827" cy="0"/>
            </a:xfrm>
            <a:prstGeom prst="straightConnector1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꺾인 연결선[E] 175">
              <a:extLst>
                <a:ext uri="{FF2B5EF4-FFF2-40B4-BE49-F238E27FC236}">
                  <a16:creationId xmlns:a16="http://schemas.microsoft.com/office/drawing/2014/main" id="{5C5EF929-428E-5C12-B696-3ABD4F612A88}"/>
                </a:ext>
              </a:extLst>
            </p:cNvPr>
            <p:cNvCxnSpPr>
              <a:cxnSpLocks/>
              <a:stCxn id="39" idx="2"/>
              <a:endCxn id="56" idx="0"/>
            </p:cNvCxnSpPr>
            <p:nvPr/>
          </p:nvCxnSpPr>
          <p:spPr>
            <a:xfrm rot="16200000" flipH="1">
              <a:off x="10361415" y="3700746"/>
              <a:ext cx="440125" cy="1202911"/>
            </a:xfrm>
            <a:prstGeom prst="bentConnector3">
              <a:avLst>
                <a:gd name="adj1" fmla="val 50000"/>
              </a:avLst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직선 화살표 연결선 253">
              <a:extLst>
                <a:ext uri="{FF2B5EF4-FFF2-40B4-BE49-F238E27FC236}">
                  <a16:creationId xmlns:a16="http://schemas.microsoft.com/office/drawing/2014/main" id="{436C405F-F7F4-2233-FA29-0D1F39D8F565}"/>
                </a:ext>
              </a:extLst>
            </p:cNvPr>
            <p:cNvCxnSpPr>
              <a:cxnSpLocks/>
              <a:endCxn id="39" idx="0"/>
            </p:cNvCxnSpPr>
            <p:nvPr/>
          </p:nvCxnSpPr>
          <p:spPr>
            <a:xfrm>
              <a:off x="9980021" y="3588846"/>
              <a:ext cx="1" cy="205294"/>
            </a:xfrm>
            <a:prstGeom prst="straightConnector1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9" name="모서리가 둥근 직사각형 268">
              <a:extLst>
                <a:ext uri="{FF2B5EF4-FFF2-40B4-BE49-F238E27FC236}">
                  <a16:creationId xmlns:a16="http://schemas.microsoft.com/office/drawing/2014/main" id="{3A371882-96E6-5537-54A1-1D4FCA4FFCFA}"/>
                </a:ext>
              </a:extLst>
            </p:cNvPr>
            <p:cNvSpPr/>
            <p:nvPr/>
          </p:nvSpPr>
          <p:spPr>
            <a:xfrm>
              <a:off x="7945643" y="2372831"/>
              <a:ext cx="4068755" cy="1784848"/>
            </a:xfrm>
            <a:prstGeom prst="roundRect">
              <a:avLst>
                <a:gd name="adj" fmla="val 13174"/>
              </a:avLst>
            </a:prstGeom>
            <a:noFill/>
            <a:ln>
              <a:solidFill>
                <a:srgbClr val="FF879A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000">
                <a:latin typeface="Apple SD Gothic Neo" panose="02000300000000000000" pitchFamily="2" charset="-127"/>
                <a:ea typeface="Apple SD Gothic Neo" panose="02000300000000000000" pitchFamily="2" charset="-127"/>
              </a:endParaRPr>
            </a:p>
          </p:txBody>
        </p:sp>
        <p:cxnSp>
          <p:nvCxnSpPr>
            <p:cNvPr id="270" name="직선 화살표 연결선 269">
              <a:extLst>
                <a:ext uri="{FF2B5EF4-FFF2-40B4-BE49-F238E27FC236}">
                  <a16:creationId xmlns:a16="http://schemas.microsoft.com/office/drawing/2014/main" id="{B36912C4-9764-205D-C519-8412BD25B106}"/>
                </a:ext>
              </a:extLst>
            </p:cNvPr>
            <p:cNvCxnSpPr>
              <a:cxnSpLocks/>
              <a:endCxn id="43" idx="0"/>
            </p:cNvCxnSpPr>
            <p:nvPr/>
          </p:nvCxnSpPr>
          <p:spPr>
            <a:xfrm flipH="1">
              <a:off x="7865753" y="4159933"/>
              <a:ext cx="1226487" cy="362672"/>
            </a:xfrm>
            <a:prstGeom prst="straightConnector1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직선 화살표 연결선 271">
              <a:extLst>
                <a:ext uri="{FF2B5EF4-FFF2-40B4-BE49-F238E27FC236}">
                  <a16:creationId xmlns:a16="http://schemas.microsoft.com/office/drawing/2014/main" id="{CA0727BE-4BC5-11C5-62BB-2FBE9A0C88DF}"/>
                </a:ext>
              </a:extLst>
            </p:cNvPr>
            <p:cNvCxnSpPr>
              <a:cxnSpLocks/>
            </p:cNvCxnSpPr>
            <p:nvPr/>
          </p:nvCxnSpPr>
          <p:spPr>
            <a:xfrm>
              <a:off x="7677658" y="2864184"/>
              <a:ext cx="316133" cy="0"/>
            </a:xfrm>
            <a:prstGeom prst="straightConnector1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직선 화살표 연결선 293">
              <a:extLst>
                <a:ext uri="{FF2B5EF4-FFF2-40B4-BE49-F238E27FC236}">
                  <a16:creationId xmlns:a16="http://schemas.microsoft.com/office/drawing/2014/main" id="{E620B2CF-E533-3328-6F15-FCBC6F392254}"/>
                </a:ext>
              </a:extLst>
            </p:cNvPr>
            <p:cNvCxnSpPr>
              <a:cxnSpLocks/>
            </p:cNvCxnSpPr>
            <p:nvPr/>
          </p:nvCxnSpPr>
          <p:spPr>
            <a:xfrm>
              <a:off x="9476477" y="5302260"/>
              <a:ext cx="0" cy="105924"/>
            </a:xfrm>
            <a:prstGeom prst="straightConnector1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직선 화살표 연결선 296">
              <a:extLst>
                <a:ext uri="{FF2B5EF4-FFF2-40B4-BE49-F238E27FC236}">
                  <a16:creationId xmlns:a16="http://schemas.microsoft.com/office/drawing/2014/main" id="{C620AA1B-DB9B-46C9-CC22-D8DE71117CE7}"/>
                </a:ext>
              </a:extLst>
            </p:cNvPr>
            <p:cNvCxnSpPr>
              <a:cxnSpLocks/>
            </p:cNvCxnSpPr>
            <p:nvPr/>
          </p:nvCxnSpPr>
          <p:spPr>
            <a:xfrm>
              <a:off x="10688353" y="760552"/>
              <a:ext cx="0" cy="121899"/>
            </a:xfrm>
            <a:prstGeom prst="straightConnector1">
              <a:avLst/>
            </a:prstGeom>
            <a:ln w="9525"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95966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4011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2640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5528F-4C45-AF4A-6F00-2CDFE300D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9722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3A2F3-4EB8-082A-7606-00CBD075A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2662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113</Words>
  <Application>Microsoft Macintosh PowerPoint</Application>
  <PresentationFormat>와이드스크린</PresentationFormat>
  <Paragraphs>48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Apple SD Gothic Neo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이상민</dc:creator>
  <cp:lastModifiedBy>이상민</cp:lastModifiedBy>
  <cp:revision>13</cp:revision>
  <dcterms:created xsi:type="dcterms:W3CDTF">2026-05-13T10:47:58Z</dcterms:created>
  <dcterms:modified xsi:type="dcterms:W3CDTF">2026-05-14T16:52:08Z</dcterms:modified>
</cp:coreProperties>
</file>